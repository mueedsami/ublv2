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147"/>
          </a:solidFill>
          <a:ln w="12700">
            <a:solidFill>
              <a:srgbClr val="092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5BFF"/>
          </a:solidFill>
          <a:ln w="12700">
            <a:solidFill>
              <a:srgbClr val="195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2194560" cy="256032"/>
          </a:xfrm>
          <a:prstGeom prst="rect">
            <a:avLst/>
          </a:prstGeom>
          <a:solidFill>
            <a:srgbClr val="173A75"/>
          </a:solidFill>
          <a:ln>
            <a:solidFill>
              <a:srgbClr val="173A7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BUSINESS WALKTHROUGH</a:t>
            </a:r>
            <a:endParaRPr lang="en-US" sz="87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6080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Unilever Stock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94944" y="294436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FD1FF"/>
                </a:solidFill>
              </a:rPr>
              <a:t>How data is collected, processed and converted into account-wise OLA, basepack visibility and action flags.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43800" y="1005840"/>
            <a:ext cx="3566160" cy="475488"/>
          </a:xfrm>
          <a:prstGeom prst="rect">
            <a:avLst/>
          </a:prstGeom>
          <a:solidFill>
            <a:srgbClr val="173A75"/>
          </a:solidFill>
          <a:ln w="12700">
            <a:solidFill>
              <a:srgbClr val="356BD6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Source files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326880" y="1481328"/>
            <a:ext cx="0" cy="329184"/>
          </a:xfrm>
          <a:prstGeom prst="line">
            <a:avLst/>
          </a:prstGeom>
          <a:noFill/>
          <a:ln w="25400">
            <a:solidFill>
              <a:srgbClr val="6BA6F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543800" y="1965960"/>
            <a:ext cx="3566160" cy="475488"/>
          </a:xfrm>
          <a:prstGeom prst="rect">
            <a:avLst/>
          </a:prstGeom>
          <a:solidFill>
            <a:srgbClr val="0E326A"/>
          </a:solidFill>
          <a:ln w="12700">
            <a:solidFill>
              <a:srgbClr val="356BD6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Master mapping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326880" y="2441448"/>
            <a:ext cx="0" cy="329184"/>
          </a:xfrm>
          <a:prstGeom prst="line">
            <a:avLst/>
          </a:prstGeom>
          <a:noFill/>
          <a:ln w="25400">
            <a:solidFill>
              <a:srgbClr val="6BA6F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543800" y="2926080"/>
            <a:ext cx="3566160" cy="475488"/>
          </a:xfrm>
          <a:prstGeom prst="rect">
            <a:avLst/>
          </a:prstGeom>
          <a:solidFill>
            <a:srgbClr val="173A75"/>
          </a:solidFill>
          <a:ln w="12700">
            <a:solidFill>
              <a:srgbClr val="356BD6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Basepack availability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0" y="3401568"/>
            <a:ext cx="0" cy="329184"/>
          </a:xfrm>
          <a:prstGeom prst="line">
            <a:avLst/>
          </a:prstGeom>
          <a:noFill/>
          <a:ln w="25400">
            <a:solidFill>
              <a:srgbClr val="6BA6F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543800" y="3886200"/>
            <a:ext cx="3566160" cy="475488"/>
          </a:xfrm>
          <a:prstGeom prst="rect">
            <a:avLst/>
          </a:prstGeom>
          <a:solidFill>
            <a:srgbClr val="0E326A"/>
          </a:solidFill>
          <a:ln w="12700">
            <a:solidFill>
              <a:srgbClr val="356BD6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Dashboards &amp; actions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4944" y="6053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8FF"/>
                </a:solidFill>
              </a:rPr>
              <a:t>Prepared for business users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problem this solves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115568"/>
            <a:ext cx="4663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92147"/>
                </a:solidFill>
              </a:rPr>
              <a:t>Before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58368" y="1499616"/>
            <a:ext cx="4663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Different files, different SKU IDs and different account formats made OLA hard to compare.</a:t>
            </a:r>
            <a:endParaRPr lang="en-US" sz="1160" dirty="0"/>
          </a:p>
        </p:txBody>
      </p:sp>
      <p:sp>
        <p:nvSpPr>
          <p:cNvPr id="6" name="Text 4"/>
          <p:cNvSpPr/>
          <p:nvPr/>
        </p:nvSpPr>
        <p:spPr>
          <a:xfrm>
            <a:off x="658368" y="2139696"/>
            <a:ext cx="4663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92147"/>
                </a:solidFill>
              </a:rPr>
              <a:t>Risk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58368" y="2523744"/>
            <a:ext cx="4663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A product could be out of stock in one account while another file still looked fine.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658368" y="3163824"/>
            <a:ext cx="4663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92147"/>
                </a:solidFill>
              </a:rPr>
              <a:t>Need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58368" y="3547872"/>
            <a:ext cx="4663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Business teams need account-wise availability, brand/basepack views and fast exception flags.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5989320" y="1188720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92147"/>
                </a:solidFill>
              </a:rPr>
              <a:t>The system turns multiple account reports into one comparable business view.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80760" y="2057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5BFF"/>
                </a:solidFill>
              </a:rPr>
              <a:t>Measure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2057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Account-wise OLA by brand, category and basepack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3017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5BFF"/>
                </a:solidFill>
              </a:rPr>
              <a:t>Compare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52360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Pivot matrix across Pandamart, Shajgoj, Foodi, Othoba and Daraz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80760" y="3977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5BFF"/>
                </a:solidFill>
              </a:rPr>
              <a:t>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52360" y="3977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Flags for stockout risk, stagnant stock and demand issues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data comes from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6012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Each account sends a different type of operational file. The system reads the account-specific format, then translates it into the same basepack language.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181508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92147"/>
                </a:solidFill>
              </a:rPr>
              <a:t>Account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2514600" y="1600200"/>
            <a:ext cx="391820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92147"/>
                </a:solidFill>
              </a:rPr>
              <a:t>Input we receive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446520" y="1600200"/>
            <a:ext cx="501548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92147"/>
                </a:solidFill>
              </a:rPr>
              <a:t>What business insight it enables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85800" y="2075688"/>
            <a:ext cx="18150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92147"/>
                </a:solidFill>
              </a:rPr>
              <a:t>Pandamart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2514600" y="2075688"/>
            <a:ext cx="39182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Branch-wise stock + sales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446520" y="2075688"/>
            <a:ext cx="50154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Branch coverage and OLA by location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85800" y="2551176"/>
            <a:ext cx="18150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92147"/>
                </a:solidFill>
              </a:rPr>
              <a:t>Shajgoj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514600" y="2551176"/>
            <a:ext cx="39182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Stock dump + cumulative sales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446520" y="2551176"/>
            <a:ext cx="50154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OOS, demand and days-cover flags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85800" y="3026664"/>
            <a:ext cx="18150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92147"/>
                </a:solidFill>
              </a:rPr>
              <a:t>Foodi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2514600" y="3026664"/>
            <a:ext cx="39182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Stock + rolling 30-day sales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446520" y="3026664"/>
            <a:ext cx="50154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30-day demand vs current stock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85800" y="3502152"/>
            <a:ext cx="18150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92147"/>
                </a:solidFill>
              </a:rPr>
              <a:t>Othoba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2514600" y="3502152"/>
            <a:ext cx="39182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Sales &amp; Stock + monthly sales sheets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446520" y="3502152"/>
            <a:ext cx="50154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Run-rate, stock value, sales pace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85800" y="3977640"/>
            <a:ext cx="18150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92147"/>
                </a:solidFill>
              </a:rPr>
              <a:t>Daraz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2514600" y="3977640"/>
            <a:ext cx="39182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Normal SKU stock, valuation and movement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446520" y="3977640"/>
            <a:ext cx="50154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Stock value and implied depletion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master file is the business dictionary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418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The master mapping connects marketplace IDs back to Unilever’s actual product structure. This is what makes the reporting comparable.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240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8E2F1"/>
            </a:solidFill>
          </a:ln>
        </p:spPr>
        <p:txBody>
          <a:bodyPr wrap="square" lIns="1651" tIns="1651" rIns="1651" bIns="1651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Account SKU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240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8E2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code used by Pandamart, Shajgoj, Foodi, Othoba or Daraz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44952" y="2331720"/>
            <a:ext cx="438912" cy="0"/>
          </a:xfrm>
          <a:prstGeom prst="line">
            <a:avLst/>
          </a:prstGeom>
          <a:noFill/>
          <a:ln w="25400">
            <a:solidFill>
              <a:srgbClr val="195BFF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11880" y="1874520"/>
            <a:ext cx="2240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8E2F1"/>
            </a:solidFill>
          </a:ln>
        </p:spPr>
        <p:txBody>
          <a:bodyPr wrap="square" lIns="1651" tIns="1651" rIns="1651" bIns="1651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UBL SKU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11880" y="2331720"/>
            <a:ext cx="2240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8E2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internal product 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79592" y="2331720"/>
            <a:ext cx="438912" cy="0"/>
          </a:xfrm>
          <a:prstGeom prst="line">
            <a:avLst/>
          </a:prstGeom>
          <a:noFill/>
          <a:ln w="25400">
            <a:solidFill>
              <a:srgbClr val="195BF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46520" y="1874520"/>
            <a:ext cx="2240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8E2F1"/>
            </a:solidFill>
          </a:ln>
        </p:spPr>
        <p:txBody>
          <a:bodyPr wrap="square" lIns="1651" tIns="1651" rIns="1651" bIns="1651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Basepack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2240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8E2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common unit used for availability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14232" y="2331720"/>
            <a:ext cx="438912" cy="0"/>
          </a:xfrm>
          <a:prstGeom prst="line">
            <a:avLst/>
          </a:prstGeom>
          <a:noFill/>
          <a:ln w="25400">
            <a:solidFill>
              <a:srgbClr val="195BF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281160" y="1874520"/>
            <a:ext cx="2240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8E2F1"/>
            </a:solidFill>
          </a:ln>
        </p:spPr>
        <p:txBody>
          <a:bodyPr wrap="square" lIns="1651" tIns="1651" rIns="1651" bIns="1651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Business hierarchy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81160" y="2331720"/>
            <a:ext cx="2240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8E2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Business unit, category, sub-category and brand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147"/>
                </a:solidFill>
              </a:rPr>
              <a:t>Important denominator rule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572000"/>
            <a:ext cx="10241280" cy="566928"/>
          </a:xfrm>
          <a:prstGeom prst="rect">
            <a:avLst/>
          </a:prstGeom>
          <a:solidFill>
            <a:srgbClr val="EEF6FF"/>
          </a:solidFill>
          <a:ln>
            <a:solidFill>
              <a:srgbClr val="CFE2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If a basepack is not mapped for an account, it is treated as “not scoped”, not as out of stock. This keeps each account OLA fair.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data is processed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34440"/>
            <a:ext cx="384048" cy="384048"/>
          </a:xfrm>
          <a:prstGeom prst="rect">
            <a:avLst/>
          </a:prstGeom>
          <a:solidFill>
            <a:srgbClr val="195BFF"/>
          </a:solidFill>
          <a:ln>
            <a:solidFill>
              <a:srgbClr val="195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1288" y="1216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Upload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1288" y="1572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4748B"/>
                </a:solidFill>
              </a:rPr>
              <a:t>Daily account file is uploaded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4453128" y="1234440"/>
            <a:ext cx="384048" cy="384048"/>
          </a:xfrm>
          <a:prstGeom prst="rect">
            <a:avLst/>
          </a:prstGeom>
          <a:solidFill>
            <a:srgbClr val="195BFF"/>
          </a:solidFill>
          <a:ln>
            <a:solidFill>
              <a:srgbClr val="195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56048" y="1216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Clean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6048" y="1572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4748B"/>
                </a:solidFill>
              </a:rPr>
              <a:t>Columns are standardized and invalid rows are separated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247888" y="1234440"/>
            <a:ext cx="384048" cy="384048"/>
          </a:xfrm>
          <a:prstGeom prst="rect">
            <a:avLst/>
          </a:prstGeom>
          <a:solidFill>
            <a:srgbClr val="195BFF"/>
          </a:solidFill>
          <a:ln>
            <a:solidFill>
              <a:srgbClr val="195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50808" y="1216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Match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50808" y="1572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4748B"/>
                </a:solidFill>
              </a:rPr>
              <a:t>Account SKUs are matched with the master mapping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658368" y="3108960"/>
            <a:ext cx="384048" cy="384048"/>
          </a:xfrm>
          <a:prstGeom prst="rect">
            <a:avLst/>
          </a:prstGeom>
          <a:solidFill>
            <a:srgbClr val="195BFF"/>
          </a:solidFill>
          <a:ln>
            <a:solidFill>
              <a:srgbClr val="195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1288" y="3090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Calculate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1288" y="3447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4748B"/>
                </a:solidFill>
              </a:rPr>
              <a:t>Availability is rolled up to basepack level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4453128" y="3108960"/>
            <a:ext cx="384048" cy="384048"/>
          </a:xfrm>
          <a:prstGeom prst="rect">
            <a:avLst/>
          </a:prstGeom>
          <a:solidFill>
            <a:srgbClr val="195BFF"/>
          </a:solidFill>
          <a:ln>
            <a:solidFill>
              <a:srgbClr val="195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56048" y="3090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Store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56048" y="3447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4748B"/>
                </a:solidFill>
              </a:rPr>
              <a:t>A dated snapshot is saved for history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8247888" y="3108960"/>
            <a:ext cx="384048" cy="384048"/>
          </a:xfrm>
          <a:prstGeom prst="rect">
            <a:avLst/>
          </a:prstGeom>
          <a:solidFill>
            <a:srgbClr val="195BFF"/>
          </a:solidFill>
          <a:ln>
            <a:solidFill>
              <a:srgbClr val="195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50808" y="3090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Report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50808" y="3447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4748B"/>
                </a:solidFill>
              </a:rPr>
              <a:t>Dashboards, pivot views and flags are refreshed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58368" y="5321808"/>
            <a:ext cx="10881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Quality checks happen before business metrics are shown: duplicate SKUs, unmapped rows, non-normal Daraz SKUs, missing products and account-specific date assumptions.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availability is calculated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326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The business metric is not “row availability”. It is basepack availability within the mapped scope of each account.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181508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92147"/>
                </a:solidFill>
              </a:rPr>
              <a:t>Account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2514600" y="1600200"/>
            <a:ext cx="291236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92147"/>
                </a:solidFill>
              </a:rPr>
              <a:t>Availability rule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5440680" y="1600200"/>
            <a:ext cx="602132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92147"/>
                </a:solidFill>
              </a:rPr>
              <a:t>Business meaning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85800" y="2075688"/>
            <a:ext cx="18150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92147"/>
                </a:solidFill>
              </a:rPr>
              <a:t>Pandamart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2514600" y="2075688"/>
            <a:ext cx="291236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Branch coverage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5440680" y="2075688"/>
            <a:ext cx="60213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Available branches ÷ expected branches for each basepack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85800" y="2551176"/>
            <a:ext cx="18150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92147"/>
                </a:solidFill>
              </a:rPr>
              <a:t>Shajgoj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2514600" y="2551176"/>
            <a:ext cx="291236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Binary basepack OLA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5440680" y="2551176"/>
            <a:ext cx="60213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Any mapped SKU stock &gt; 0 means available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685800" y="3026664"/>
            <a:ext cx="18150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92147"/>
                </a:solidFill>
              </a:rPr>
              <a:t>Foodi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2514600" y="3026664"/>
            <a:ext cx="291236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Binary + 30-day sales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5440680" y="3026664"/>
            <a:ext cx="60213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Stock snapshot with 30-day demand context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685800" y="3502152"/>
            <a:ext cx="18150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92147"/>
                </a:solidFill>
              </a:rPr>
              <a:t>Othoba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2514600" y="3502152"/>
            <a:ext cx="291236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Binary + run-rate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5440680" y="3502152"/>
            <a:ext cx="60213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Stock snapshot with MTD sales/run-rate and monthly history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685800" y="3977640"/>
            <a:ext cx="18150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92147"/>
                </a:solidFill>
              </a:rPr>
              <a:t>Daraz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2514600" y="3977640"/>
            <a:ext cx="291236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Normal SKUs only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440680" y="3977640"/>
            <a:ext cx="60213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Mapped Normal SKUs drive OLA; stock movement is tracked separately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central dashboard shows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326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The central view is designed for comparing accounts and categories, not for hiding everything in one blended score.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Pandamart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95BFF"/>
                </a:solidFill>
              </a:rPr>
              <a:t>63.97%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 of Oct 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2587752"/>
            <a:ext cx="1828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Shajgoj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852928" y="18470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95BFF"/>
                </a:solidFill>
              </a:rPr>
              <a:t>67.41%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852928" y="2350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 of Oct 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52928" y="2587752"/>
            <a:ext cx="1828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Foodi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928616" y="18470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866F"/>
                </a:solidFill>
              </a:rPr>
              <a:t>86.49%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928616" y="2350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 of Oct 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28616" y="2587752"/>
            <a:ext cx="1828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Othoba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004304" y="18470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866F"/>
                </a:solidFill>
              </a:rPr>
              <a:t>80.61%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004304" y="2350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 of Oct 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04304" y="2587752"/>
            <a:ext cx="1828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9992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Daraz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079992" y="18470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7791F"/>
                </a:solidFill>
              </a:rPr>
              <a:t>74.74%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079992" y="2350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 of Sep 28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79992" y="2587752"/>
            <a:ext cx="1828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1546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147"/>
                </a:solidFill>
              </a:rPr>
              <a:t>Filters: Business Unit → Category → Sub-category → Brand → Basepack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7240" y="3611880"/>
            <a:ext cx="102412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F172A"/>
                </a:solidFill>
              </a:rPr>
              <a:t>Every number recalculates within the selected scope. If the user selects “Hair Care → Shampoo”, each account’s OLA is recalculated only for shampoo basepacks that are scoped to that account.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Pivot tab: brand and basepack visibility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3268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The pivot is the most business-facing view: it shows the same basepack across accounts, while respecting account-specific scope.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122072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92147"/>
                </a:solidFill>
              </a:rPr>
              <a:t>Brand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37360" y="1627632"/>
            <a:ext cx="282092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92147"/>
                </a:solidFill>
              </a:rPr>
              <a:t>Basepack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0" y="1627632"/>
            <a:ext cx="140360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92147"/>
                </a:solidFill>
              </a:rPr>
              <a:t>Pandamart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89320" y="1627632"/>
            <a:ext cx="131216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92147"/>
                </a:solidFill>
              </a:rPr>
              <a:t>Shajgoj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0" y="1627632"/>
            <a:ext cx="112928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92147"/>
                </a:solidFill>
              </a:rPr>
              <a:t>Foodi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58200" y="1627632"/>
            <a:ext cx="112928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92147"/>
                </a:solidFill>
              </a:rPr>
              <a:t>Othoba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0" y="1627632"/>
            <a:ext cx="112928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92147"/>
                </a:solidFill>
              </a:rPr>
              <a:t>Daraz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12207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92147"/>
                </a:solidFill>
              </a:rPr>
              <a:t>Dove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37360" y="2103120"/>
            <a:ext cx="28209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Dove Shampoo 170ml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2103120"/>
            <a:ext cx="14036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12/17 • 70%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9320" y="2103120"/>
            <a:ext cx="131216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Available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0" y="2103120"/>
            <a:ext cx="11292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Available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58200" y="2103120"/>
            <a:ext cx="11292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0" y="2103120"/>
            <a:ext cx="11292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Available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578608"/>
            <a:ext cx="12207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92147"/>
                </a:solidFill>
              </a:rPr>
              <a:t>Lux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37360" y="2578608"/>
            <a:ext cx="28209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Lux Bar 100g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2578608"/>
            <a:ext cx="14036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9/17 • 53%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89320" y="2578608"/>
            <a:ext cx="131216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Available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0" y="2578608"/>
            <a:ext cx="11292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Available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2578608"/>
            <a:ext cx="11292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Available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0" y="2578608"/>
            <a:ext cx="11292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Not scoped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3054096"/>
            <a:ext cx="12207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92147"/>
                </a:solidFill>
              </a:rPr>
              <a:t>Surf Excel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37360" y="3054096"/>
            <a:ext cx="28209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Surf Excel 1kg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0" y="3054096"/>
            <a:ext cx="14036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15/17 • 88%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3054096"/>
            <a:ext cx="131216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0" y="3054096"/>
            <a:ext cx="11292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Available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58200" y="3054096"/>
            <a:ext cx="11292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Available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0" y="3054096"/>
            <a:ext cx="11292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Low stock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" y="47365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147"/>
                </a:solidFill>
              </a:rPr>
              <a:t>Why this matters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58368" y="5120640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Business users can instantly see whether an issue is isolated to one platform, widespread across accounts, or driven by branch coverage inside Pandamart.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Account-specific flags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3268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The system does not use one generic flag rule. Each account has flags based on the data that account actually provides.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5BFF"/>
                </a:solidFill>
              </a:rPr>
              <a:t>Pandamart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31720" y="16276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Branch-level OOS and availability gaps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13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Shajgoj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31720" y="23134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High-sales OOS, low days of cover, missing mapped rows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999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</a:rPr>
              <a:t>Othoba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29992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Run-rate risk, high-value stagnant stock, sales pace drop/surge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85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66F"/>
                </a:solidFill>
              </a:rPr>
              <a:t>Foodi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3685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30-day demand vs current stock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3708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147"/>
                </a:solidFill>
              </a:rPr>
              <a:t>Daraz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31720" y="43708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Stock valuation, implied depletion and replenishment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147"/>
                </a:solidFill>
              </a:rPr>
              <a:t>Flag severities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Critical = act now    Warning = investigate    Watch = monitor    Positive = recovered or improving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daily operating rhythm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393192" cy="393192"/>
          </a:xfrm>
          <a:prstGeom prst="rect">
            <a:avLst/>
          </a:prstGeom>
          <a:solidFill>
            <a:srgbClr val="195BFF"/>
          </a:solidFill>
          <a:ln>
            <a:solidFill>
              <a:srgbClr val="195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Collect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288950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Receive latest account files from each platform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1188720" y="2075688"/>
            <a:ext cx="1554480" cy="0"/>
          </a:xfrm>
          <a:prstGeom prst="line">
            <a:avLst/>
          </a:prstGeom>
          <a:noFill/>
          <a:ln w="25400">
            <a:solidFill>
              <a:srgbClr val="D8E2F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71800" y="1874520"/>
            <a:ext cx="393192" cy="393192"/>
          </a:xfrm>
          <a:prstGeom prst="rect">
            <a:avLst/>
          </a:prstGeom>
          <a:solidFill>
            <a:srgbClr val="195BFF"/>
          </a:solidFill>
          <a:ln>
            <a:solidFill>
              <a:srgbClr val="195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Upload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88950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Load the file into the system and confirm the account/date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429000" y="2075688"/>
            <a:ext cx="1554480" cy="0"/>
          </a:xfrm>
          <a:prstGeom prst="line">
            <a:avLst/>
          </a:prstGeom>
          <a:noFill/>
          <a:ln w="25400">
            <a:solidFill>
              <a:srgbClr val="D8E2F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212080" y="1874520"/>
            <a:ext cx="393192" cy="393192"/>
          </a:xfrm>
          <a:prstGeom prst="rect">
            <a:avLst/>
          </a:prstGeom>
          <a:solidFill>
            <a:srgbClr val="195BFF"/>
          </a:solidFill>
          <a:ln>
            <a:solidFill>
              <a:srgbClr val="195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Validate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88950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Check unmapped SKUs, missing rows and abnormal values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669280" y="2075688"/>
            <a:ext cx="1554480" cy="0"/>
          </a:xfrm>
          <a:prstGeom prst="line">
            <a:avLst/>
          </a:prstGeom>
          <a:noFill/>
          <a:ln w="25400">
            <a:solidFill>
              <a:srgbClr val="D8E2F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452360" y="1874520"/>
            <a:ext cx="393192" cy="393192"/>
          </a:xfrm>
          <a:prstGeom prst="rect">
            <a:avLst/>
          </a:prstGeom>
          <a:solidFill>
            <a:srgbClr val="195BFF"/>
          </a:solidFill>
          <a:ln>
            <a:solidFill>
              <a:srgbClr val="195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60920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Review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88950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Read OLA movement, pivot matrix and account flags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909560" y="2075688"/>
            <a:ext cx="1554480" cy="0"/>
          </a:xfrm>
          <a:prstGeom prst="line">
            <a:avLst/>
          </a:prstGeom>
          <a:noFill/>
          <a:ln w="25400">
            <a:solidFill>
              <a:srgbClr val="D8E2F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692640" y="1874520"/>
            <a:ext cx="393192" cy="393192"/>
          </a:xfrm>
          <a:prstGeom prst="rect">
            <a:avLst/>
          </a:prstGeom>
          <a:solidFill>
            <a:srgbClr val="195BFF"/>
          </a:solidFill>
          <a:ln>
            <a:solidFill>
              <a:srgbClr val="195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0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147"/>
                </a:solidFill>
              </a:rPr>
              <a:t>Action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72600" y="288950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Share stockout and risk list with account/category teams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777240" y="48920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147"/>
                </a:solidFill>
              </a:rPr>
              <a:t>The expected business habit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7240" y="5321808"/>
            <a:ext cx="10241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Do not wait for weekly manual reporting. Review account OLA and flags after every file upload, then follow up with targeted basepacks and accounts.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already live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326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The current version is already beyond a simple dashboard: it has account-specific ingestion, business mapping, OLA, pivot and flag intelligence.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318668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92147"/>
                </a:solidFill>
              </a:rPr>
              <a:t>Capability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86200" y="1600200"/>
            <a:ext cx="7575804" cy="475488"/>
          </a:xfrm>
          <a:prstGeom prst="rect">
            <a:avLst/>
          </a:prstGeom>
          <a:solidFill>
            <a:srgbClr val="EFF5FF"/>
          </a:solidFill>
          <a:ln w="889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92147"/>
                </a:solidFill>
              </a:rPr>
              <a:t>Status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31866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92147"/>
                </a:solidFill>
              </a:rPr>
              <a:t>Five account pipelines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86200" y="2075688"/>
            <a:ext cx="75758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Pandamart, Shajgoj, Foodi, Othoba, Daraz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51176"/>
            <a:ext cx="31866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92147"/>
                </a:solidFill>
              </a:rPr>
              <a:t>Central Availability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86200" y="2551176"/>
            <a:ext cx="75758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Account-wise OLA, filters and pivot matrix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026664"/>
            <a:ext cx="31866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92147"/>
                </a:solidFill>
              </a:rPr>
              <a:t>Flags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3026664"/>
            <a:ext cx="75758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Pandamart, Shajgoj and Othoba intelligence live; Foodi/Daraz can follow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502152"/>
            <a:ext cx="31866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92147"/>
                </a:solidFill>
              </a:rPr>
              <a:t>Master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3502152"/>
            <a:ext cx="75758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Basepacks, account SKU mappings and business hierarchy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977640"/>
            <a:ext cx="31866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92147"/>
                </a:solidFill>
              </a:rPr>
              <a:t>History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86200" y="3977640"/>
            <a:ext cx="75758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Dated stock/sales snapshots instead of overwritten Excel files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takeaway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69264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</a:rPr>
              <a:t>This system is not meant to replace account teams. It gives them a faster, cleaner and more consistent operating view.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983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92147"/>
                </a:solidFill>
              </a:rPr>
              <a:t>One source of truth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4983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Same basepack logic across multiple account formats</a:t>
            </a:r>
            <a:endParaRPr lang="en-US" sz="116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4983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92147"/>
                </a:solidFill>
              </a:rPr>
              <a:t>Account-wise accountability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55080" y="2212848"/>
            <a:ext cx="4983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Each account has its own OLA, dates and flags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4983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92147"/>
                </a:solidFill>
              </a:rPr>
              <a:t>Faster action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77240" y="3538728"/>
            <a:ext cx="4983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Flags expose where to act before availability loss becomes bigger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6355080" y="3154680"/>
            <a:ext cx="4983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92147"/>
                </a:solidFill>
              </a:rPr>
              <a:t>Better business conversations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355080" y="3538728"/>
            <a:ext cx="4983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Teams can discuss brand/category/basepack impact, not file mechanics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2147"/>
                </a:solidFill>
              </a:rPr>
              <a:t>Next suggested focus: complete Foodi and Daraz flags, then add scheduled weekly business exports.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Unilever Stock Intelligence System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Madestic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Unilever Stock Intelligence System</dc:title>
  <dc:subject>Unilever Stock Intelligence System business walkthrough</dc:subject>
  <dc:creator>OpenAI</dc:creator>
  <cp:lastModifiedBy>OpenAI</cp:lastModifiedBy>
  <cp:revision>1</cp:revision>
  <dcterms:created xsi:type="dcterms:W3CDTF">2026-10-07T04:39:01Z</dcterms:created>
  <dcterms:modified xsi:type="dcterms:W3CDTF">2026-10-07T04:39:01Z</dcterms:modified>
</cp:coreProperties>
</file>